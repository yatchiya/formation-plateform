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Construire un RAG sur GCP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Vertex AI RAG Engine · Gemini · Cloud 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problème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 LLM ignorent vos données privées</a:t>
            </a:r>
          </a:p>
          <a:p>
            <a:r>
              <a:t>Hallucinations sur les sujets pointus</a:t>
            </a:r>
          </a:p>
          <a:p>
            <a:r>
              <a:t>Besoin de citer les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L'architecture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Storage → RAG Engine (chunks + embeddings)</a:t>
            </a:r>
          </a:p>
          <a:p>
            <a:r>
              <a:t>Agent ADK sur Cloud Run</a:t>
            </a:r>
          </a:p>
          <a:p>
            <a:r>
              <a:t>Gemini avec outil de retrieval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Mise en œuvre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Terraform pour l'infrastructure</a:t>
            </a:r>
          </a:p>
          <a:p>
            <a:r>
              <a:t>Cloud Run Job de synchronisation</a:t>
            </a:r>
          </a:p>
          <a:p>
            <a:r>
              <a:t>CI/CD GitHub Actions + Workload Identity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Points de vigilance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Quotas d'embedding</a:t>
            </a:r>
          </a:p>
          <a:p>
            <a:r>
              <a:t>Coût du stockage vectoriel</a:t>
            </a:r>
          </a:p>
          <a:p>
            <a:r>
              <a:t>Sécurité : VPC-SC et Model Armor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